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f2e721cc943cc" /><Relationship Type="http://schemas.openxmlformats.org/officeDocument/2006/relationships/extended-properties" Target="/docProps/app.xml" Id="R1002cb9bfc7f4160" /><Relationship Type="http://schemas.openxmlformats.org/officeDocument/2006/relationships/officeDocument" Target="/ppt/presentation.xml" Id="Re912e7d20e5542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230a25432e4dad"/>
  </p:sldMasterIdLst>
  <p:notesMasterIdLst>
    <p:notesMasterId xmlns:r="http://schemas.openxmlformats.org/officeDocument/2006/relationships" r:id="Re3a982dee94c41ef"/>
  </p:notesMasterIdLst>
  <p:sldIdLst>
    <p:sldId xmlns:r="http://schemas.openxmlformats.org/officeDocument/2006/relationships" id="256" r:id="R4314e27ee8a94137"/>
    <p:sldId xmlns:r="http://schemas.openxmlformats.org/officeDocument/2006/relationships" id="257" r:id="R43b9aaa3a5e14501"/>
    <p:sldId xmlns:r="http://schemas.openxmlformats.org/officeDocument/2006/relationships" id="258" r:id="Rba269ebf6d3f4d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9799e0a594b02" /><Relationship Type="http://schemas.openxmlformats.org/officeDocument/2006/relationships/slideMaster" Target="/ppt/slideMasters/slideMaster1.xml" Id="R2a230a25432e4dad" /><Relationship Type="http://schemas.openxmlformats.org/officeDocument/2006/relationships/notesMaster" Target="/ppt/notesMasters/notesMaster1.xml" Id="Re3a982dee94c41ef" /><Relationship Type="http://schemas.openxmlformats.org/officeDocument/2006/relationships/presProps" Target="/ppt/presProps.xml" Id="R4d2ec1380f3348e1" /><Relationship Type="http://schemas.openxmlformats.org/officeDocument/2006/relationships/tableStyles" Target="/ppt/tableStyles.xml" Id="R37765f3829b04319" /><Relationship Type="http://schemas.openxmlformats.org/officeDocument/2006/relationships/slide" Target="/ppt/slides/slide1.xml" Id="R4314e27ee8a94137" /><Relationship Type="http://schemas.openxmlformats.org/officeDocument/2006/relationships/slide" Target="/ppt/slides/slide2.xml" Id="R43b9aaa3a5e14501" /><Relationship Type="http://schemas.openxmlformats.org/officeDocument/2006/relationships/slide" Target="/ppt/slides/slide3.xml" Id="Rba269ebf6d3f4d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30f67c1114b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820fd0ab4406b" /><Relationship Type="http://schemas.openxmlformats.org/officeDocument/2006/relationships/notesMaster" Target="/ppt/notesMasters/notesMaster1.xml" Id="R86dda9abdb4a4a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a4bf98c6443e2" /><Relationship Type="http://schemas.openxmlformats.org/officeDocument/2006/relationships/notesMaster" Target="/ppt/notesMasters/notesMaster1.xml" Id="Recdd0ece9953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80d1086fe449e" /><Relationship Type="http://schemas.openxmlformats.org/officeDocument/2006/relationships/notesMaster" Target="/ppt/notesMasters/notesMaster1.xml" Id="R9f8ea47161b9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55秒。先看决赛开场这一小段。两分十一秒，塔利亚菲科把球传给麦卡利斯特，同时有麦卡利斯特的接球记录。两秒后，法国球员格列兹曼留下施压记录，随后麦卡利斯特传给梅西。这样我们就有四名有明确来源的球员，来自两支球队。我们把同一段记录里的这些球员作为一个整体，称为一条超边。项目要求至少三人，而且双方都有实际事件，不能凭空补进对手。默认只看施压等对抗事件前后共五秒。这里能说明这些球员与同一小段攻防有关，不能还原全部站位，也不能认定四个人两两都发生过对抗。来源：固定StatsBomb Open Data commit 4b73468fc5b0f1950f9f66fada70ad3a4f9327cb，match3869685；边competition_b71fd25dda4784e0e4c4。源事件ba79efdc-79a5-45d3-b1b7-ec91f2e73eb7、4a5d4473-2511-4221-adbf-41d370324109、ae10a09b-1384-4cf3-852c-10deb5ab20db、452f11cf-7bf6-43fe-9d54-8595fb5a09b0。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55秒。接着把时间缩到一分钟。先选姆巴佩，再切换对抗模式，把开始和结束时间设为八十和八十一分钟。图中的关系和球员面板会一起更新。这一分钟里，姆巴佩有一粒进球；全场三粒仍保留下来作为参照，所以观众不会把全场数字误认为这一分钟的数据。这里使用源数据时钟，实际进球记录是八十分钟五十九秒。改变时间时，碰到边界的关系片段也会保留，因为它和所选时间有交集。我们也可以恢复全场或筛选球队。这个案例展示的是时间联动，不能据此说同一时间里的某个对抗片段造成了进球。来源：真实/src/时间控件截图docs/screenshots/module-d-time-range.png；原始进球事件03fb2918-e1e7-4ec8-89ff-7bc5531e853d，第二阶段80:59，Shot结果Goal；tests/integration.real.browser.mjs核对时段1粒、全场3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按默认五秒的规则，我们在整场比赛中找到三百八十五段跨队关联，每段都可以回查原始事件。但这里的段数要谨慎理解。右图把同一场比赛重新计算：前后共三秒时找到二百九十七段，五秒是三百八十五段，八秒是四百四十段。范围一放宽，相关记录和球员就可能变多。再加上不同片段会重叠，所以不能把段数当成互相独立的争抢次数，更不能直接拿它评价谁更强。这个工具帮助我们找到值得细看的比赛片段，最后仍要回到具体事件理解。核心数据管道和真实时间联动已验证，自动化结果不代替人工对战术关系的判断。来源：tests/audit_competition_D.py独立核对全部385条边并进行3/5/8秒重算，docs/AUDIT_2026-10-30.md。全组Python58、Node75项通过，原版浏览器44通过15失败，后者是C独立测试的Windows路径问题，不能宣称全部通过。Codex辅助实现、核对和材料整理，最终人工审核由组员负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e7451989c4b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251238bbc4b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06fa1677346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8a5d016f740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8ee4405154b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140602873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97FB2C-FD80-4A24-BD41-3958992D66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3A9107-D37E-49BB-9352-FD8CE8CB8C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907D00-D5F3-447B-B5FE-E711C0DAF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3C23EC-273F-49BE-9734-E84022BAA8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C9B87B-DD62-49B2-95D0-3C04D1E7CD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851EBC-CA2A-4975-8355-C1052A042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6041AF-452C-4254-A8AD-2E3BABAC90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FAA672-6A27-4AB2-8C92-2FD082307B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E4E0E-029E-431A-B43F-6289ED682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08A297-4670-419C-86D7-E543410C1C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cedf3b75d44c3" /><Relationship Type="http://schemas.openxmlformats.org/officeDocument/2006/relationships/slideLayout" Target="/ppt/slideLayouts/slideLayout1.xml" Id="Ra46c3e5482e64633" /><Relationship Type="http://schemas.openxmlformats.org/officeDocument/2006/relationships/slideLayout" Target="/ppt/slideLayouts/slideLayout2.xml" Id="Raa0f594bd2bc45fc" /><Relationship Type="http://schemas.openxmlformats.org/officeDocument/2006/relationships/slideLayout" Target="/ppt/slideLayouts/slideLayout3.xml" Id="Redbb98bc8af8472c" /><Relationship Type="http://schemas.openxmlformats.org/officeDocument/2006/relationships/slideLayout" Target="/ppt/slideLayouts/slideLayout4.xml" Id="R64f2995877f243cf" /><Relationship Type="http://schemas.openxmlformats.org/officeDocument/2006/relationships/slideLayout" Target="/ppt/slideLayouts/slideLayout5.xml" Id="Rb223f51e6ec74b0d" /><Relationship Type="http://schemas.openxmlformats.org/officeDocument/2006/relationships/slideLayout" Target="/ppt/slideLayouts/slideLayout6.xml" Id="Ra50127d63b914f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c3e5482e64633"/>
    <p:sldLayoutId xmlns:r="http://schemas.openxmlformats.org/officeDocument/2006/relationships" id="2147483650" r:id="Raa0f594bd2bc45fc"/>
    <p:sldLayoutId xmlns:r="http://schemas.openxmlformats.org/officeDocument/2006/relationships" id="2147483651" r:id="Redbb98bc8af8472c"/>
    <p:sldLayoutId xmlns:r="http://schemas.openxmlformats.org/officeDocument/2006/relationships" id="2147483652" r:id="R64f2995877f243cf"/>
    <p:sldLayoutId xmlns:r="http://schemas.openxmlformats.org/officeDocument/2006/relationships" id="2147483653" r:id="Rb223f51e6ec74b0d"/>
    <p:sldLayoutId xmlns:r="http://schemas.openxmlformats.org/officeDocument/2006/relationships" id="2147483654" r:id="Ra50127d63b914f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7ccceaa0d430a" /><Relationship Type="http://schemas.openxmlformats.org/officeDocument/2006/relationships/notesSlide" Target="/ppt/notesSlides/notesSlide1.xml" Id="R49a3356982a8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d1c7722444458" /><Relationship Type="http://schemas.openxmlformats.org/officeDocument/2006/relationships/image" Target="/ppt/media/image.png" Id="Rc95186d39de84c91" /><Relationship Type="http://schemas.openxmlformats.org/officeDocument/2006/relationships/notesSlide" Target="/ppt/notesSlides/notesSlide2.xml" Id="R3d03558e1950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89dc8fc7d482d" /><Relationship Type="http://schemas.openxmlformats.org/officeDocument/2006/relationships/chart" Target="/ppt/slides/charts/chart1.xml" Id="R1b0e7aa753894396" /><Relationship Type="http://schemas.openxmlformats.org/officeDocument/2006/relationships/notesSlide" Target="/ppt/notesSlides/notesSlide3.xml" Id="R62a26bb2b9cb4c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找到的片段数</c:v>
          </c:tx>
          <c:spPr>
            <a:solidFill xmlns:a="http://schemas.openxmlformats.org/drawingml/2006/main">
              <a:srgbClr val="2B725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3 秒</c:v>
                </c:pt>
                <c:pt idx="1">
                  <c:v>5 秒</c:v>
                </c:pt>
                <c:pt idx="2">
                  <c:v>8 秒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297</c:v>
                </c:pt>
                <c:pt idx="1">
                  <c:v>385</c:v>
                </c:pt>
                <c:pt idx="2">
                  <c:v>440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03F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1F374-4E59-4EA3-8B93-BA17CF8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64679-34F2-4311-9CF6-B565313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这几秒里的四名球员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8FE5-569C-4002-A1A7-08BBAC8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上半场 02:11–02:14：传球与施压都留下了真实记录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14601-E491-4E09-8456-B8D3E92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数据：StatsBomb 2022 世界杯决赛   Codex 辅助实现与材料整理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908DF-0545-4A1A-B499-CBEBC8F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D  1/3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743D2-2CAF-4598-BD59-1019C6B27AA5}"/>
              </a:ext>
            </a:extLst>
          </p:cNvPr>
          <p:cNvGraphicFramePr/>
          <p:nvPr/>
        </p:nvGraphicFramePr>
        <p:xfrm>
          <a:off xmlns:a="http://schemas.openxmlformats.org/drawingml/2006/main" x="552450" y="2238375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619250"/>
                <a:gridCol w="4667250"/>
              </a:tblGrid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2B725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发生了什么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2B725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记录中的球员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2B7258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02:11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塔利亚菲科传给麦卡利斯特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02:11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接球记录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麦卡利斯特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02:13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施压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格列兹曼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02:14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F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麦卡利斯特传给梅西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2DA"/>
                      </a:solidFill>
                      <a:prstDash val="solid"/>
                    </a:lnR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C124C-CC15-4F0F-87A6-25DA167D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193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4 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AFB82-F404-4340-B93A-051BE062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6707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来自 2 支球队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4ED07-B8B6-4760-A175-AB76583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4335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把这段记录中的球员</a:t>
            </a:r>
          </a:p>
          <a:p xmlns:a="http://schemas.openxmlformats.org/drawingml/2006/main">
            <a: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作为一个整体</a:t>
            </a:r>
          </a:p>
          <a:p xmlns:a="http://schemas.openxmlformats.org/drawingml/2006/main">
            <a: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称为一条“超边”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4B83B-8D51-4544-8B78-750D6CA7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保留条件：至少三人、两队，双方都有事件记录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E604D-10C0-475D-B500-7640150E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默认只取施压等事件前后共 5 秒，无法据此还原全部球员站位。</a:t>
            </a:r>
          </a:p>
        </p:txBody>
      </p:sp>
    </p:spTree>
    <p:extLst>
      <p:ext uri="{BB962C8B-B14F-4D97-AF65-F5344CB8AC3E}">
        <p14:creationId xmlns:p14="http://schemas.microsoft.com/office/powerpoint/2010/main" val="1957471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61F0-B64D-4949-AE45-B6733F6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7823-B52C-4928-9922-53B3B8E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选定一分钟，图和数据一起更新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5FE11-BD27-42F2-A77E-F1370A03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选择姆巴佩，切换到对抗模式，再把时间设为 80–81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A097-A56F-4CA0-8F97-9A53DC28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数据：StatsBomb 2022 世界杯决赛   Codex 辅助实现与材料整理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708D-1C86-4B18-9DA4-2EC1DC4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D  2/3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24199-4B48-4DFE-BAE7-700C45727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186d39de84c91"/>
          <a:stretch xmlns:a="http://schemas.openxmlformats.org/drawingml/2006/main"/>
        </p:blipFill>
        <p:spPr>
          <a:xfrm xmlns:a="http://schemas.openxmlformats.org/drawingml/2006/main">
            <a:off x="552450" y="2301748"/>
            <a:ext cx="11087100" cy="94005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FAFA3-EBE2-4705-9531-70493149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1 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A4137-23FE-41C7-8341-78B4B4DF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这一分钟的进球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CCE37-8C53-4BCA-9D60-AFD8A5C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源时钟 80:59，姆巴佩射门得分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358D7-FDEE-4231-85D6-2B91E4E5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671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3 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F437B-9A2A-4422-A486-C504CE7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006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全场进球仍保留作对照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7DD5A-5120-4314-8224-97A1CA2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353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常规时间与加时赛，不含点球大战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59935-3996-4EF9-A006-2AF6B797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调整时间后，主图与球员面板同步更新。</a:t>
            </a:r>
          </a:p>
        </p:txBody>
      </p:sp>
    </p:spTree>
    <p:extLst>
      <p:ext uri="{BB962C8B-B14F-4D97-AF65-F5344CB8AC3E}">
        <p14:creationId xmlns:p14="http://schemas.microsoft.com/office/powerpoint/2010/main" val="211112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F8505-0006-44C1-BE15-E750D91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A345F-016A-4013-850A-216CDF51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全场找到 385 段跨队关联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BE12B-C153-4B89-8794-3196F70B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每段都有原始事件可查，片段之间可能相互重叠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CA1C7-CCCD-4AB2-8F78-F15EE0E0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数据：StatsBomb 2022 世界杯决赛   Codex 辅助实现与材料整理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53066-CAC0-46EC-BB55-0DF6BD8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D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59BD1-8DAB-442B-93C8-FDEC968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385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73C14-1FB7-4021-AA2F-663BDFA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默认前后共取 5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62B73-7DC0-47F1-81D6-4D419E7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能回查：谁参与、何时发生</a:t>
            </a:r>
          </a:p>
          <a:p xmlns:a="http://schemas.openxmlformats.org/drawingml/2006/main">
            <a:pPr>
              <a:def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需要谨慎：记录不覆盖全部站位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EE09-070E-4010-BECE-CD4690A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本场：范围放宽，找到的片段增多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020AA13F-4A52-48E3-BF24-EBE27FFF259F}"/>
              </a:ext>
            </a:extLst>
          </p:cNvPr>
          <p:cNvGraphicFramePr/>
          <p:nvPr/>
        </p:nvGraphicFramePr>
        <p:xfrm>
          <a:off xmlns:a="http://schemas.openxmlformats.org/drawingml/2006/main" x="6762750" y="2819400"/>
          <a:ext xmlns:a="http://schemas.openxmlformats.org/drawingml/2006/main" cx="4762500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0e7aa75389439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853AF-7D1D-4113-BDDE-CEAB0DB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横轴：前后共取多少秒的事件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D329D-3DCD-44AF-9D37-DDEF68F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次数受取多长时间影响，不能只凭次数判断谁更强。</a:t>
            </a:r>
          </a:p>
        </p:txBody>
      </p:sp>
    </p:spTree>
    <p:extLst>
      <p:ext uri="{BB962C8B-B14F-4D97-AF65-F5344CB8AC3E}">
        <p14:creationId xmlns:p14="http://schemas.microsoft.com/office/powerpoint/2010/main" val="983934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2026-10-30T11:23:00.1570000Z</dcterms:created>
  <dcterms:modified xsi:type="dcterms:W3CDTF">2026-10-30T11:23:00.1570000Z</dcterms:modified>
</coreProperties>
</file>